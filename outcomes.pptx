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4CD9E-40ED-740E-FE71-853F1B0D1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D82E5-D4FA-1464-0BDC-D07B15571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14AE2-EAC5-49D3-7F5F-C9CB21C8D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E8F38-CF67-B65E-A656-ADC9A224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AA103-9EAA-ACFB-B931-5E3BE6D53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43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68D6-73A7-3EF8-6EB3-C3E982E8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A1B76-F685-5AE9-DF3E-AC98C0DE9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43B37-962B-14DF-96AC-936853D8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298E9-F01E-5445-41D5-4A2542516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72351-6CD3-DAD4-C468-0E37F6FE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175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61121-0D86-3A8D-A3C7-AE7CEA5B5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BBE8E1-CAC0-EE4F-1EFA-D93CA2E0E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6D745-A8C8-3D87-C129-93DFDD0F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E8F1-B1E4-3A14-2F11-A230289D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E9723-983E-199E-71E8-B315D405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4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C52C4-5E24-1F60-14EA-3DA331F0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74F2F-AD20-25D5-FD7A-2B46209CB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4E0FE-1BA3-BBE7-F06B-19BC98EF6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ABCB9-A634-F4E1-D819-509B19AE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E123D-7BA9-87D9-474D-6ABFED9F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D95A5-30D8-1E98-F201-17C81BAD5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5041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018E0-B01C-6CA0-8DFB-D68582D9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B2C8A-8802-13AC-0AA3-13B58E4C93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CE3E1-25BD-37B3-EE66-05DB13E9E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D12AD-02D5-20BA-6D36-68B57FD3E2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85E1E1-1C2A-0872-CC00-07EFAC215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8BA8B-2ED7-E5EE-FC26-A09BEA6F2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126D6E-8503-FE0E-1040-E5E5C548C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EF6301-FC2B-D944-B9C6-34E8DC06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9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B429F-6A2C-6E86-9BCA-18D574486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3148C-04C1-DE0E-0EAB-69829633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E1FE28-6863-4835-8DF4-23FF2DA9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5B67F-A77A-64A5-036D-7B47B2CF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31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15C0E9-C578-4362-7871-9828D837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A4B79-EDEF-C2B6-87A8-A28C8355C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CD568-9061-B144-F17F-37E59558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23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9B84-F477-C102-AD7E-7A79A99EC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BC73-DF92-8985-6D7D-C25F850BD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9BFBC-0F52-5185-AE14-096611EBD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1DF7E-AD2B-1354-1058-3154B33B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6B5FC-2641-48A3-3CCD-A6A46422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57A02-D3AC-7BB3-B7CA-FD013632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154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1FE9-3D55-53A0-EB11-E46A2D43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5EAEA9-A4D3-8736-D2BA-55E97F2D9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5C322A-1414-2A31-AFF2-AD70E9C60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589A7-A8F4-EF2A-2947-1D85B2E7D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865DE-BA81-9212-C2F4-A6719EA9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F9C8A-009F-8E8F-20EE-09F6F7C6F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8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A1DFD-BCCD-F3F8-63D9-18A7B7E08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DFECA-368A-55CA-07DC-6C6E4BDB51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1383D-4FEA-5AB8-8EBC-970D6F807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E63D7-6FA1-7141-4D0F-1CB89E42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E7C83-5147-F15F-7F32-6B2B6079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10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DAD605-35C2-6E72-84F8-2A500AFF6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8B120-54AA-D6E7-EC52-1CE543730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9A135-DD2C-EEB1-5546-A5196298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45226-5973-A71A-A280-9224E666B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D097B-3C59-DB3C-5BCA-B7E38276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9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C7D2E-D1FE-B512-A4FF-E7CD90AD2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8A7CD-DC8E-F670-63A8-2D090055F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B4D34-A331-D9FE-0053-122C2AE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AC0A9-6B22-45A7-8481-69921EDF1A43}" type="datetimeFigureOut">
              <a:rPr lang="en-IN" smtClean="0"/>
              <a:t>27-11-2024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CEC2-DAF5-BB9B-1E02-A1AF921424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EBD06-A7BF-9222-C690-CF4C7CDC9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69735-1B60-46E6-9EA2-71396CFD1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36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BCAAE-3C0E-136B-1E3D-CF156EB5DB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Deep Reinforcement Learning (DRL) in Healthcare: A Multi-Agent Patient Health Management System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6F96C5-26E6-DF29-3F69-43F519093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Course Outcomes with Project Execution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28CDFB-7CCB-455E-D985-8A4E693D5E2D}"/>
              </a:ext>
            </a:extLst>
          </p:cNvPr>
          <p:cNvSpPr txBox="1"/>
          <p:nvPr/>
        </p:nvSpPr>
        <p:spPr>
          <a:xfrm>
            <a:off x="8019288" y="4544568"/>
            <a:ext cx="38770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D13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Deekshith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Reddy-AIE21081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Sai Varun-AIE21026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Deepak Kumar-AIE21028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Sivarama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Krishna-AIE21063</a:t>
            </a:r>
          </a:p>
        </p:txBody>
      </p:sp>
    </p:spTree>
    <p:extLst>
      <p:ext uri="{BB962C8B-B14F-4D97-AF65-F5344CB8AC3E}">
        <p14:creationId xmlns:p14="http://schemas.microsoft.com/office/powerpoint/2010/main" val="3985244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845F-57F3-96F5-2EEF-F7186186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CO1 - Deciding if DRL is the Right Approach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34C93-6AC1-2667-7C82-297643CD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of patient health monitoring and management involves multiple dynamic variables (heart rate, blood pressure, etc.) and sequential decision-making, making it a perfect fit for a DRL formulation.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DRL?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ability to handle sequential actions, explore various health conditions, and optimize over time makes DRL an ideal approach for this healthcare management system.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2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D421-8721-6D84-6998-1AAE243C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CO2 - Problem Formulation and Algorithm Selection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98503-89C3-BA60-90F3-64AFCE50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is to improve patient health by learning optimal policies for multiple agents (normalization, anomaly detection, treatment recommendation, monitoring).</a:t>
            </a:r>
          </a:p>
          <a:p>
            <a:r>
              <a:rPr lang="en-US" b="1" dirty="0"/>
              <a:t>Algorithm Selection:</a:t>
            </a:r>
          </a:p>
          <a:p>
            <a:r>
              <a:rPr lang="en-US" sz="2400" b="1" dirty="0"/>
              <a:t>DQN: </a:t>
            </a:r>
            <a:r>
              <a:rPr lang="en-US" sz="2400" dirty="0"/>
              <a:t>For learning optimal policies through value iteration.</a:t>
            </a:r>
          </a:p>
          <a:p>
            <a:r>
              <a:rPr lang="en-US" sz="2400" b="1" dirty="0"/>
              <a:t>PPO: </a:t>
            </a:r>
            <a:r>
              <a:rPr lang="en-US" sz="2400" dirty="0"/>
              <a:t>For policy gradient methods when exploration-exploitation is crucial in handling multi-agent actions and health dynamics.</a:t>
            </a:r>
          </a:p>
          <a:p>
            <a:r>
              <a:rPr lang="en-US" sz="2400" dirty="0"/>
              <a:t>DQN for state-action value estimation, especially useful for large action spaces and when agent actions are discrete</a:t>
            </a:r>
          </a:p>
          <a:p>
            <a:r>
              <a:rPr lang="en-US" sz="2400" dirty="0"/>
              <a:t>PPO for handling the continuous adaptation of policies and ensuring stability in multi-agent environments.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89373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6F2D-C13B-70EF-A241-2507DD28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CO3-Implementing Temporal-Difference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AAFE7-546A-C812-D94F-CA6295111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Temporal-Difference (TD) learning is a model-free reinforcement learning method used to estimate the value of states by bootstrapping from current estimates. It combines ideas from both Monte Carlo methods and Dynamic Programming.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256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A61A-07C9-E633-87FB-0AD055A86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CO4 - Evaluating DRL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C4F24-1479-F14D-27C0-576F67A22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Regret</a:t>
            </a:r>
            <a:r>
              <a:rPr lang="en-US" dirty="0"/>
              <a:t>: Evaluating how the agents’ actions compare to the optimal policy (e.g., if they took actions that worsen the health condition).</a:t>
            </a:r>
          </a:p>
          <a:p>
            <a:r>
              <a:rPr lang="en-US" b="1" dirty="0"/>
              <a:t>Computational Complexity</a:t>
            </a:r>
            <a:r>
              <a:rPr lang="en-US" dirty="0"/>
              <a:t>: Assessing the time and computational resources required to train each agent's policy.</a:t>
            </a:r>
          </a:p>
          <a:p>
            <a:r>
              <a:rPr lang="en-US" b="1" dirty="0"/>
              <a:t>Empirical Performance</a:t>
            </a:r>
            <a:r>
              <a:rPr lang="en-US" dirty="0"/>
              <a:t>: Comparing the agents’ health improvements (e.g., improvement from 'Chronic' to 'Healthy').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1255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3A27-0339-85CF-5870-5348A988D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CO5 - Implementing DRL Algorithms for Practical Problems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41405-9F8E-F6FF-4E01-8A19677DD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Implemented DRL Algorithms</a:t>
            </a:r>
            <a:r>
              <a:rPr lang="en-IN" sz="2400" dirty="0"/>
              <a:t>:</a:t>
            </a:r>
            <a:r>
              <a:rPr lang="en-US" sz="2400" dirty="0"/>
              <a:t>We have implemented DQN and PPO for agents interacting with the healthcare environment to optimize health conditions over time.</a:t>
            </a:r>
          </a:p>
          <a:p>
            <a:r>
              <a:rPr lang="en-US" sz="2400" dirty="0"/>
              <a:t> </a:t>
            </a:r>
            <a:r>
              <a:rPr lang="en-IN" sz="2400" b="1" dirty="0"/>
              <a:t>Practical Application</a:t>
            </a:r>
            <a:r>
              <a:rPr lang="en-IN" sz="2400" dirty="0"/>
              <a:t>: </a:t>
            </a:r>
            <a:r>
              <a:rPr lang="en-US" sz="2400" dirty="0"/>
              <a:t>The system can be applied to real-world problems like chronic disease management, real-time health monitoring, and personalized treatment recommendations.</a:t>
            </a:r>
          </a:p>
          <a:p>
            <a:r>
              <a:rPr lang="en-IN" sz="2400" b="1" dirty="0"/>
              <a:t>Experimental Evaluation</a:t>
            </a:r>
            <a:r>
              <a:rPr lang="en-IN" sz="2400" dirty="0"/>
              <a:t>: </a:t>
            </a:r>
            <a:r>
              <a:rPr lang="en-US" sz="2400" dirty="0"/>
              <a:t>You will evaluate the performance based on how well the agents can stabilize health metrics and bring the patient’s condition to a healthy state. This could include testing different patient profiles and health scenarios.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213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B512-B0E0-141D-BFFB-BEA7EA6F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46A6C-426A-EB5B-11F0-E1BF1A009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842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D9333F3F9BC4187F6582E6B5CD598" ma:contentTypeVersion="13" ma:contentTypeDescription="Create a new document." ma:contentTypeScope="" ma:versionID="71cf76a0736f3f5619a606a118577387">
  <xsd:schema xmlns:xsd="http://www.w3.org/2001/XMLSchema" xmlns:xs="http://www.w3.org/2001/XMLSchema" xmlns:p="http://schemas.microsoft.com/office/2006/metadata/properties" xmlns:ns2="81d98513-1257-4feb-8fe3-6d2097e180b1" xmlns:ns3="bbd72945-a2e7-4581-9ba4-278835758bc3" targetNamespace="http://schemas.microsoft.com/office/2006/metadata/properties" ma:root="true" ma:fieldsID="41787b8d8c2d4aadc08a8b1fc95df3d2" ns2:_="" ns3:_="">
    <xsd:import namespace="81d98513-1257-4feb-8fe3-6d2097e180b1"/>
    <xsd:import namespace="bbd72945-a2e7-4581-9ba4-278835758bc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d98513-1257-4feb-8fe3-6d2097e180b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d72945-a2e7-4581-9ba4-278835758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19b1aa7-a448-4dfd-a54d-5cd90d1ed6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d72945-a2e7-4581-9ba4-278835758bc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ED2C8AB-2E89-44D3-A519-8AD2999BF365}"/>
</file>

<file path=customXml/itemProps2.xml><?xml version="1.0" encoding="utf-8"?>
<ds:datastoreItem xmlns:ds="http://schemas.openxmlformats.org/officeDocument/2006/customXml" ds:itemID="{BD8B854D-8BB4-4804-8CE2-BDA7F35BBB77}"/>
</file>

<file path=customXml/itemProps3.xml><?xml version="1.0" encoding="utf-8"?>
<ds:datastoreItem xmlns:ds="http://schemas.openxmlformats.org/officeDocument/2006/customXml" ds:itemID="{D1868EC9-678C-492D-B785-24F42D27DEA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Application of Deep Reinforcement Learning (DRL) in Healthcare: A Multi-Agent Patient Health Management System</vt:lpstr>
      <vt:lpstr>CO1 - Deciding if DRL is the Right Approach</vt:lpstr>
      <vt:lpstr>CO2 - Problem Formulation and Algorithm Selection</vt:lpstr>
      <vt:lpstr>CO3-Implementing Temporal-Difference Algorithms</vt:lpstr>
      <vt:lpstr>CO4 - Evaluating DRL Algorithms</vt:lpstr>
      <vt:lpstr>CO5 - Implementing DRL Algorithms for Practical Problems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sivapuram</dc:creator>
  <cp:lastModifiedBy>koushik sivapuram</cp:lastModifiedBy>
  <cp:revision>1</cp:revision>
  <dcterms:created xsi:type="dcterms:W3CDTF">2024-11-27T05:24:02Z</dcterms:created>
  <dcterms:modified xsi:type="dcterms:W3CDTF">2024-11-27T05:24:15Z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0x010100E70D9333F3F9BC4187F6582E6B5CD598</vt:lpwstr>
  </property>
</Properties>
</file>